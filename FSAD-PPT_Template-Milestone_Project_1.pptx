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2F746A-383C-47AA-8AE6-6CBE922A334B}" v="16" dt="2026-03-25T15:20:23.8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29" y="1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ron sathwik" userId="2b55be4cc8cc1427" providerId="LiveId" clId="{290269D4-C5D7-4FFB-9203-7E297B430D56}"/>
    <pc:docChg chg="undo custSel modSld">
      <pc:chgData name="aaron sathwik" userId="2b55be4cc8cc1427" providerId="LiveId" clId="{290269D4-C5D7-4FFB-9203-7E297B430D56}" dt="2026-03-25T15:27:48.521" v="922" actId="20577"/>
      <pc:docMkLst>
        <pc:docMk/>
      </pc:docMkLst>
      <pc:sldChg chg="modSp mod">
        <pc:chgData name="aaron sathwik" userId="2b55be4cc8cc1427" providerId="LiveId" clId="{290269D4-C5D7-4FFB-9203-7E297B430D56}" dt="2026-03-25T15:27:48.521" v="922" actId="20577"/>
        <pc:sldMkLst>
          <pc:docMk/>
          <pc:sldMk cId="0" sldId="256"/>
        </pc:sldMkLst>
        <pc:spChg chg="mod">
          <ac:chgData name="aaron sathwik" userId="2b55be4cc8cc1427" providerId="LiveId" clId="{290269D4-C5D7-4FFB-9203-7E297B430D56}" dt="2026-03-22T17:48:19.680" v="73" actId="1076"/>
          <ac:spMkLst>
            <pc:docMk/>
            <pc:sldMk cId="0" sldId="256"/>
            <ac:spMk id="13" creationId="{7FFE0DA2-4723-7C13-5FD7-FC99B0394DDD}"/>
          </ac:spMkLst>
        </pc:spChg>
        <pc:spChg chg="mod">
          <ac:chgData name="aaron sathwik" userId="2b55be4cc8cc1427" providerId="LiveId" clId="{290269D4-C5D7-4FFB-9203-7E297B430D56}" dt="2026-03-25T15:27:48.521" v="922" actId="20577"/>
          <ac:spMkLst>
            <pc:docMk/>
            <pc:sldMk cId="0" sldId="256"/>
            <ac:spMk id="14" creationId="{EA8EEF4A-EB43-B7D9-87FC-7C7D752BCA78}"/>
          </ac:spMkLst>
        </pc:spChg>
        <pc:spChg chg="mod">
          <ac:chgData name="aaron sathwik" userId="2b55be4cc8cc1427" providerId="LiveId" clId="{290269D4-C5D7-4FFB-9203-7E297B430D56}" dt="2026-03-25T15:27:08.079" v="897" actId="20577"/>
          <ac:spMkLst>
            <pc:docMk/>
            <pc:sldMk cId="0" sldId="256"/>
            <ac:spMk id="15" creationId="{6FF32D1A-2F9C-AC53-CCBD-ABF748DF236F}"/>
          </ac:spMkLst>
        </pc:spChg>
        <pc:spChg chg="mod">
          <ac:chgData name="aaron sathwik" userId="2b55be4cc8cc1427" providerId="LiveId" clId="{290269D4-C5D7-4FFB-9203-7E297B430D56}" dt="2026-03-25T15:27:31.321" v="921" actId="20577"/>
          <ac:spMkLst>
            <pc:docMk/>
            <pc:sldMk cId="0" sldId="256"/>
            <ac:spMk id="27" creationId="{AC6C53BF-3850-6683-E07F-D595EC8B02B2}"/>
          </ac:spMkLst>
        </pc:spChg>
      </pc:sldChg>
      <pc:sldChg chg="modSp mod">
        <pc:chgData name="aaron sathwik" userId="2b55be4cc8cc1427" providerId="LiveId" clId="{290269D4-C5D7-4FFB-9203-7E297B430D56}" dt="2026-03-25T15:05:15.365" v="730" actId="20577"/>
        <pc:sldMkLst>
          <pc:docMk/>
          <pc:sldMk cId="0" sldId="257"/>
        </pc:sldMkLst>
        <pc:spChg chg="mod">
          <ac:chgData name="aaron sathwik" userId="2b55be4cc8cc1427" providerId="LiveId" clId="{290269D4-C5D7-4FFB-9203-7E297B430D56}" dt="2026-03-25T15:05:15.365" v="730" actId="20577"/>
          <ac:spMkLst>
            <pc:docMk/>
            <pc:sldMk cId="0" sldId="257"/>
            <ac:spMk id="3" creationId="{837E9E58-77B6-079D-9D0D-E380CADAD23D}"/>
          </ac:spMkLst>
        </pc:spChg>
      </pc:sldChg>
      <pc:sldChg chg="modSp mod">
        <pc:chgData name="aaron sathwik" userId="2b55be4cc8cc1427" providerId="LiveId" clId="{290269D4-C5D7-4FFB-9203-7E297B430D56}" dt="2026-03-25T14:57:41.964" v="696" actId="123"/>
        <pc:sldMkLst>
          <pc:docMk/>
          <pc:sldMk cId="0" sldId="258"/>
        </pc:sldMkLst>
        <pc:spChg chg="mod">
          <ac:chgData name="aaron sathwik" userId="2b55be4cc8cc1427" providerId="LiveId" clId="{290269D4-C5D7-4FFB-9203-7E297B430D56}" dt="2026-03-25T14:57:41.964" v="696" actId="123"/>
          <ac:spMkLst>
            <pc:docMk/>
            <pc:sldMk cId="0" sldId="258"/>
            <ac:spMk id="48" creationId="{BDE2941C-1504-53F9-99B2-48002CA9A345}"/>
          </ac:spMkLst>
        </pc:spChg>
      </pc:sldChg>
      <pc:sldChg chg="modSp mod">
        <pc:chgData name="aaron sathwik" userId="2b55be4cc8cc1427" providerId="LiveId" clId="{290269D4-C5D7-4FFB-9203-7E297B430D56}" dt="2026-03-25T15:21:58.668" v="772" actId="1076"/>
        <pc:sldMkLst>
          <pc:docMk/>
          <pc:sldMk cId="0" sldId="259"/>
        </pc:sldMkLst>
        <pc:spChg chg="mod">
          <ac:chgData name="aaron sathwik" userId="2b55be4cc8cc1427" providerId="LiveId" clId="{290269D4-C5D7-4FFB-9203-7E297B430D56}" dt="2026-03-25T15:21:58.668" v="772" actId="1076"/>
          <ac:spMkLst>
            <pc:docMk/>
            <pc:sldMk cId="0" sldId="259"/>
            <ac:spMk id="52" creationId="{056A0A3A-1541-5EC0-5370-02DA282ABDDE}"/>
          </ac:spMkLst>
        </pc:spChg>
      </pc:sldChg>
      <pc:sldChg chg="modSp mod">
        <pc:chgData name="aaron sathwik" userId="2b55be4cc8cc1427" providerId="LiveId" clId="{290269D4-C5D7-4FFB-9203-7E297B430D56}" dt="2026-03-25T15:08:08.555" v="735" actId="5793"/>
        <pc:sldMkLst>
          <pc:docMk/>
          <pc:sldMk cId="0" sldId="260"/>
        </pc:sldMkLst>
        <pc:spChg chg="mod">
          <ac:chgData name="aaron sathwik" userId="2b55be4cc8cc1427" providerId="LiveId" clId="{290269D4-C5D7-4FFB-9203-7E297B430D56}" dt="2026-03-25T14:55:13.149" v="688" actId="1076"/>
          <ac:spMkLst>
            <pc:docMk/>
            <pc:sldMk cId="0" sldId="260"/>
            <ac:spMk id="46" creationId="{E7218D14-8F44-8040-8BFD-49A59591F527}"/>
          </ac:spMkLst>
        </pc:spChg>
        <pc:spChg chg="mod">
          <ac:chgData name="aaron sathwik" userId="2b55be4cc8cc1427" providerId="LiveId" clId="{290269D4-C5D7-4FFB-9203-7E297B430D56}" dt="2026-03-25T15:08:08.555" v="735" actId="5793"/>
          <ac:spMkLst>
            <pc:docMk/>
            <pc:sldMk cId="0" sldId="260"/>
            <ac:spMk id="48" creationId="{E8F19716-1653-9AE0-442E-B3829A585B46}"/>
          </ac:spMkLst>
        </pc:spChg>
      </pc:sldChg>
      <pc:sldChg chg="addSp delSp modSp mod">
        <pc:chgData name="aaron sathwik" userId="2b55be4cc8cc1427" providerId="LiveId" clId="{290269D4-C5D7-4FFB-9203-7E297B430D56}" dt="2026-03-25T14:42:51.621" v="643" actId="1076"/>
        <pc:sldMkLst>
          <pc:docMk/>
          <pc:sldMk cId="0" sldId="261"/>
        </pc:sldMkLst>
        <pc:picChg chg="add mod">
          <ac:chgData name="aaron sathwik" userId="2b55be4cc8cc1427" providerId="LiveId" clId="{290269D4-C5D7-4FFB-9203-7E297B430D56}" dt="2026-03-25T14:42:51.621" v="643" actId="1076"/>
          <ac:picMkLst>
            <pc:docMk/>
            <pc:sldMk cId="0" sldId="261"/>
            <ac:picMk id="4" creationId="{4CAABBD4-4F4C-CBA9-8D9D-A870DA70D16A}"/>
          </ac:picMkLst>
        </pc:picChg>
      </pc:sldChg>
      <pc:sldChg chg="addSp modSp mod">
        <pc:chgData name="aaron sathwik" userId="2b55be4cc8cc1427" providerId="LiveId" clId="{290269D4-C5D7-4FFB-9203-7E297B430D56}" dt="2026-03-25T14:42:35.804" v="641" actId="1076"/>
        <pc:sldMkLst>
          <pc:docMk/>
          <pc:sldMk cId="0" sldId="262"/>
        </pc:sldMkLst>
        <pc:spChg chg="mod">
          <ac:chgData name="aaron sathwik" userId="2b55be4cc8cc1427" providerId="LiveId" clId="{290269D4-C5D7-4FFB-9203-7E297B430D56}" dt="2026-03-23T06:23:51.522" v="297" actId="20577"/>
          <ac:spMkLst>
            <pc:docMk/>
            <pc:sldMk cId="0" sldId="262"/>
            <ac:spMk id="50" creationId="{D04F3B99-A5D2-54DC-51CD-4E86A99D3EA2}"/>
          </ac:spMkLst>
        </pc:spChg>
        <pc:picChg chg="add mod">
          <ac:chgData name="aaron sathwik" userId="2b55be4cc8cc1427" providerId="LiveId" clId="{290269D4-C5D7-4FFB-9203-7E297B430D56}" dt="2026-03-25T14:42:35.804" v="641" actId="1076"/>
          <ac:picMkLst>
            <pc:docMk/>
            <pc:sldMk cId="0" sldId="262"/>
            <ac:picMk id="3" creationId="{1130DB5B-08DA-96EB-4A2C-344A2785D5A2}"/>
          </ac:picMkLst>
        </pc:picChg>
      </pc:sldChg>
      <pc:sldChg chg="modSp mod">
        <pc:chgData name="aaron sathwik" userId="2b55be4cc8cc1427" providerId="LiveId" clId="{290269D4-C5D7-4FFB-9203-7E297B430D56}" dt="2026-03-25T15:12:47.020" v="762" actId="2711"/>
        <pc:sldMkLst>
          <pc:docMk/>
          <pc:sldMk cId="0" sldId="263"/>
        </pc:sldMkLst>
        <pc:spChg chg="mod">
          <ac:chgData name="aaron sathwik" userId="2b55be4cc8cc1427" providerId="LiveId" clId="{290269D4-C5D7-4FFB-9203-7E297B430D56}" dt="2026-03-25T15:12:47.020" v="762" actId="2711"/>
          <ac:spMkLst>
            <pc:docMk/>
            <pc:sldMk cId="0" sldId="263"/>
            <ac:spMk id="48" creationId="{26E9F5F9-CCF8-6F05-4C01-034C88D7529E}"/>
          </ac:spMkLst>
        </pc:spChg>
      </pc:sldChg>
      <pc:sldChg chg="modSp mod">
        <pc:chgData name="aaron sathwik" userId="2b55be4cc8cc1427" providerId="LiveId" clId="{290269D4-C5D7-4FFB-9203-7E297B430D56}" dt="2026-03-25T15:13:32.916" v="763" actId="20577"/>
        <pc:sldMkLst>
          <pc:docMk/>
          <pc:sldMk cId="0" sldId="264"/>
        </pc:sldMkLst>
        <pc:spChg chg="mod">
          <ac:chgData name="aaron sathwik" userId="2b55be4cc8cc1427" providerId="LiveId" clId="{290269D4-C5D7-4FFB-9203-7E297B430D56}" dt="2026-03-25T15:09:39.482" v="741" actId="1076"/>
          <ac:spMkLst>
            <pc:docMk/>
            <pc:sldMk cId="0" sldId="264"/>
            <ac:spMk id="43" creationId="{9A1BCE7C-890E-A01E-691E-1D3D07CF6333}"/>
          </ac:spMkLst>
        </pc:spChg>
        <pc:spChg chg="mod">
          <ac:chgData name="aaron sathwik" userId="2b55be4cc8cc1427" providerId="LiveId" clId="{290269D4-C5D7-4FFB-9203-7E297B430D56}" dt="2026-03-25T15:13:32.916" v="763" actId="20577"/>
          <ac:spMkLst>
            <pc:docMk/>
            <pc:sldMk cId="0" sldId="264"/>
            <ac:spMk id="44" creationId="{9304C197-EAC7-7A26-FAED-ED7302DBEC6E}"/>
          </ac:spMkLst>
        </pc:spChg>
      </pc:sldChg>
      <pc:sldChg chg="addSp modSp mod">
        <pc:chgData name="aaron sathwik" userId="2b55be4cc8cc1427" providerId="LiveId" clId="{290269D4-C5D7-4FFB-9203-7E297B430D56}" dt="2026-03-25T14:19:36.459" v="519" actId="22"/>
        <pc:sldMkLst>
          <pc:docMk/>
          <pc:sldMk cId="1998101144" sldId="266"/>
        </pc:sldMkLst>
        <pc:spChg chg="mod">
          <ac:chgData name="aaron sathwik" userId="2b55be4cc8cc1427" providerId="LiveId" clId="{290269D4-C5D7-4FFB-9203-7E297B430D56}" dt="2026-03-25T14:14:40.307" v="518" actId="20577"/>
          <ac:spMkLst>
            <pc:docMk/>
            <pc:sldMk cId="1998101144" sldId="266"/>
            <ac:spMk id="44" creationId="{9EC6A4DA-6D4B-3E6A-CF92-E543DD7AFBF5}"/>
          </ac:spMkLst>
        </pc:spChg>
        <pc:picChg chg="add">
          <ac:chgData name="aaron sathwik" userId="2b55be4cc8cc1427" providerId="LiveId" clId="{290269D4-C5D7-4FFB-9203-7E297B430D56}" dt="2026-03-25T14:19:36.459" v="519" actId="22"/>
          <ac:picMkLst>
            <pc:docMk/>
            <pc:sldMk cId="1998101144" sldId="266"/>
            <ac:picMk id="3" creationId="{B3BA9D55-5E34-683B-4C43-16E46EF3D16F}"/>
          </ac:picMkLst>
        </pc:picChg>
      </pc:sldChg>
      <pc:sldChg chg="addSp modSp mod">
        <pc:chgData name="aaron sathwik" userId="2b55be4cc8cc1427" providerId="LiveId" clId="{290269D4-C5D7-4FFB-9203-7E297B430D56}" dt="2026-03-25T14:48:02.032" v="665" actId="14100"/>
        <pc:sldMkLst>
          <pc:docMk/>
          <pc:sldMk cId="47544820" sldId="267"/>
        </pc:sldMkLst>
        <pc:picChg chg="add mod">
          <ac:chgData name="aaron sathwik" userId="2b55be4cc8cc1427" providerId="LiveId" clId="{290269D4-C5D7-4FFB-9203-7E297B430D56}" dt="2026-03-25T14:48:02.032" v="665" actId="14100"/>
          <ac:picMkLst>
            <pc:docMk/>
            <pc:sldMk cId="47544820" sldId="267"/>
            <ac:picMk id="3" creationId="{67C3F437-B321-6E5D-C05E-E675E314E3FF}"/>
          </ac:picMkLst>
        </pc:picChg>
      </pc:sldChg>
      <pc:sldChg chg="addSp modSp mod">
        <pc:chgData name="aaron sathwik" userId="2b55be4cc8cc1427" providerId="LiveId" clId="{290269D4-C5D7-4FFB-9203-7E297B430D56}" dt="2026-03-25T14:48:14.081" v="666" actId="14100"/>
        <pc:sldMkLst>
          <pc:docMk/>
          <pc:sldMk cId="84889951" sldId="268"/>
        </pc:sldMkLst>
        <pc:spChg chg="mod">
          <ac:chgData name="aaron sathwik" userId="2b55be4cc8cc1427" providerId="LiveId" clId="{290269D4-C5D7-4FFB-9203-7E297B430D56}" dt="2026-03-25T14:22:08.823" v="602" actId="1076"/>
          <ac:spMkLst>
            <pc:docMk/>
            <pc:sldMk cId="84889951" sldId="268"/>
            <ac:spMk id="44" creationId="{341A1FDE-E3AB-682A-64B7-DA145F23EB91}"/>
          </ac:spMkLst>
        </pc:spChg>
        <pc:picChg chg="add mod">
          <ac:chgData name="aaron sathwik" userId="2b55be4cc8cc1427" providerId="LiveId" clId="{290269D4-C5D7-4FFB-9203-7E297B430D56}" dt="2026-03-25T14:48:14.081" v="666" actId="14100"/>
          <ac:picMkLst>
            <pc:docMk/>
            <pc:sldMk cId="84889951" sldId="268"/>
            <ac:picMk id="3" creationId="{17192ECD-C20B-DFA7-A2DA-77D57792F6C1}"/>
          </ac:picMkLst>
        </pc:picChg>
      </pc:sldChg>
      <pc:sldChg chg="addSp modSp mod">
        <pc:chgData name="aaron sathwik" userId="2b55be4cc8cc1427" providerId="LiveId" clId="{290269D4-C5D7-4FFB-9203-7E297B430D56}" dt="2026-03-25T14:47:38.453" v="661" actId="14100"/>
        <pc:sldMkLst>
          <pc:docMk/>
          <pc:sldMk cId="3981187392" sldId="269"/>
        </pc:sldMkLst>
        <pc:spChg chg="mod">
          <ac:chgData name="aaron sathwik" userId="2b55be4cc8cc1427" providerId="LiveId" clId="{290269D4-C5D7-4FFB-9203-7E297B430D56}" dt="2026-03-25T14:19:53.329" v="593" actId="20577"/>
          <ac:spMkLst>
            <pc:docMk/>
            <pc:sldMk cId="3981187392" sldId="269"/>
            <ac:spMk id="44" creationId="{746F2C30-13B1-3754-C147-D58A899BC459}"/>
          </ac:spMkLst>
        </pc:spChg>
        <pc:picChg chg="add mod">
          <ac:chgData name="aaron sathwik" userId="2b55be4cc8cc1427" providerId="LiveId" clId="{290269D4-C5D7-4FFB-9203-7E297B430D56}" dt="2026-03-25T14:47:38.453" v="661" actId="14100"/>
          <ac:picMkLst>
            <pc:docMk/>
            <pc:sldMk cId="3981187392" sldId="269"/>
            <ac:picMk id="3" creationId="{FDE33D24-0517-6EBD-F1A4-B7E1A7C6F7BA}"/>
          </ac:picMkLst>
        </pc:picChg>
      </pc:sldChg>
      <pc:sldChg chg="addSp delSp modSp mod">
        <pc:chgData name="aaron sathwik" userId="2b55be4cc8cc1427" providerId="LiveId" clId="{290269D4-C5D7-4FFB-9203-7E297B430D56}" dt="2026-03-25T15:26:11.618" v="852" actId="20577"/>
        <pc:sldMkLst>
          <pc:docMk/>
          <pc:sldMk cId="1838976791" sldId="270"/>
        </pc:sldMkLst>
        <pc:spChg chg="add del mod">
          <ac:chgData name="aaron sathwik" userId="2b55be4cc8cc1427" providerId="LiveId" clId="{290269D4-C5D7-4FFB-9203-7E297B430D56}" dt="2026-03-25T15:11:12.182" v="745" actId="478"/>
          <ac:spMkLst>
            <pc:docMk/>
            <pc:sldMk cId="1838976791" sldId="270"/>
            <ac:spMk id="4" creationId="{C2504E19-99EA-64EC-A2A5-AC38ADE8D19F}"/>
          </ac:spMkLst>
        </pc:spChg>
        <pc:spChg chg="add mod">
          <ac:chgData name="aaron sathwik" userId="2b55be4cc8cc1427" providerId="LiveId" clId="{290269D4-C5D7-4FFB-9203-7E297B430D56}" dt="2026-03-25T15:26:11.618" v="852" actId="20577"/>
          <ac:spMkLst>
            <pc:docMk/>
            <pc:sldMk cId="1838976791" sldId="270"/>
            <ac:spMk id="33" creationId="{4B339D03-F1E4-B2E5-B855-6F67974AF67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26-05-2026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360002" y="5992240"/>
            <a:ext cx="157841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End-to-End Event Lifecycle &amp; Ticketing Platform</a:t>
            </a:r>
            <a:endParaRPr lang="en-IN" sz="36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P. AARON SATHWIK – VTU26637 – 23UECS1165.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Nateshan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N.V.S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No – SDG Title(Example: SDG 4 – Quality Education)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86000" y="1257300"/>
            <a:ext cx="15676918" cy="1498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Eliminates manual coordination across multiple platforms.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seamless experience from discovery to check-in.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real-time data synchronization across bookings and payments.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Scales from small workshops to large concerts.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ticket fraud with QR/RFID verification.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Delivers post-event analytics for continuous improvement.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ticket counterfeiting with digital authentication.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multi-channel marketing and promotions.</a:t>
            </a:r>
          </a:p>
          <a:p>
            <a:pPr algn="just"/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019666" y="1173897"/>
            <a:ext cx="15354300" cy="13449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event management solutions are fragmented, requiring organizers to use separate tools for ticketing, marketing, access control, and analytics.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disjointed approach leads to manual data reconciliation, operational inefficiencies, and inconsistent attendee experiences.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Organizers lack a unified dashboard to monitor real-time sales, entry metrics, and post-event insights.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Additionally, current systems often lack robust fraud prevention, leaving events vulnerable to ticket duplication and unauthorized access.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single, integrated, and automated platform that streamlines the entire event lifecycle from creation to post-event analysis.</a:t>
            </a:r>
          </a:p>
          <a:p>
            <a:pPr marL="457200" indent="-457200" algn="just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057400" y="2658960"/>
            <a:ext cx="1569073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Tx/>
              <a:buChar char="-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scalable End-to-End Event Lifecycle &amp; Ticketing Platform that enables seamless creation, management, and tracking of events, ticket sales, and attendee interactions in real-time across multiple users and devices.</a:t>
            </a:r>
          </a:p>
          <a:p>
            <a:pPr marL="457200" indent="-457200" algn="just">
              <a:buFontTx/>
              <a:buChar char="-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the performance of the system by ensuring data accuracy, security, and reliability while reducing manual effort, enhancing ticketing efficiency, and improving overall event management experience.</a:t>
            </a:r>
            <a:endParaRPr lang="en-IN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90500" y="291452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140749" y="1223445"/>
            <a:ext cx="15102312" cy="13880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Event Management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A single platform combining event creation, ticketing, marketing, payment processing, and access control, eliminating the need for multiple disjointed tools.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Ticketing &amp; Fraud Prevention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Secure QR code and RFID-based digital tickets with real-time validation, preventing duplication, scalping, and unauthorized entry.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Analytics Dashboard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Live monitoring of ticket sales, attendee demographics, entry traffic, and revenue streams for data-driven decision-making during events.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Contactless Access Control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RFID/NFC-based entry system with mobile scanning, reducing check-in time from minutes to seconds and eliminating manual verification errors.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Solves Existing Issues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Replaces fragmented manual workflows with end-to-end automation, eliminating data silos, reducing administrative overhead, and ensuring accurate real-time visibility across all event stages.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Over Current Systems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Offers a single source of truth instead of juggling separate tools; provides built-in fraud protection absent in basic ticketing platforms; delivers real-time insights rather than post-event reports only.</a:t>
            </a:r>
          </a:p>
          <a:p>
            <a:pPr lvl="1"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514350" indent="-514350" algn="just">
              <a:buFont typeface="+mj-lt"/>
              <a:buAutoNum type="arabicParenR"/>
            </a:pPr>
            <a:endParaRPr lang="en-US" sz="2800" dirty="0"/>
          </a:p>
          <a:p>
            <a:pPr marL="514350" indent="-514350" algn="just">
              <a:buFont typeface="+mj-lt"/>
              <a:buAutoNum type="arabicParenR"/>
            </a:pPr>
            <a:endParaRPr lang="en-US" sz="2800" dirty="0"/>
          </a:p>
          <a:p>
            <a:pPr marL="514350" indent="-514350" algn="just">
              <a:buFont typeface="+mj-lt"/>
              <a:buAutoNum type="arabicParenR"/>
            </a:pPr>
            <a:endParaRPr lang="en-US" sz="2800" dirty="0"/>
          </a:p>
          <a:p>
            <a:pPr marL="514350" indent="-514350" algn="just">
              <a:buFont typeface="+mj-lt"/>
              <a:buAutoNum type="arabicParenR"/>
            </a:pPr>
            <a:endParaRPr lang="en-US" sz="2800" dirty="0"/>
          </a:p>
          <a:p>
            <a:pPr marL="514350" indent="-514350" algn="just">
              <a:buFont typeface="+mj-lt"/>
              <a:buAutoNum type="arabicParenR"/>
            </a:pPr>
            <a:endParaRPr lang="en-US" sz="2800" dirty="0"/>
          </a:p>
          <a:p>
            <a:pPr marL="514350" indent="-514350" algn="just">
              <a:buFont typeface="+mj-lt"/>
              <a:buAutoNum type="arabicParenR"/>
            </a:pPr>
            <a:endParaRPr lang="en-US" sz="2800" dirty="0"/>
          </a:p>
          <a:p>
            <a:pPr marL="514350" indent="-514350" algn="just">
              <a:buFont typeface="+mj-lt"/>
              <a:buAutoNum type="arabicParenR"/>
            </a:pPr>
            <a:endParaRPr lang="en-US" sz="2800" dirty="0"/>
          </a:p>
          <a:p>
            <a:pPr marL="514350" indent="-514350" algn="just">
              <a:buFont typeface="+mj-lt"/>
              <a:buAutoNum type="arabicParenR"/>
            </a:pPr>
            <a:endParaRPr lang="en-US" sz="2800" dirty="0"/>
          </a:p>
          <a:p>
            <a:pPr marL="514350" indent="-514350" algn="just">
              <a:buFont typeface="+mj-lt"/>
              <a:buAutoNum type="arabicParenR"/>
            </a:pPr>
            <a:endParaRPr lang="en-US" sz="2800" dirty="0"/>
          </a:p>
          <a:p>
            <a:pPr marL="514350" indent="-514350" algn="just">
              <a:buFont typeface="+mj-lt"/>
              <a:buAutoNum type="arabicParenR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AABBD4-4F4C-CBA9-8D9D-A870DA70D1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051" y="1163799"/>
            <a:ext cx="8341664" cy="88946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30DB5B-08DA-96EB-4A2C-344A2785D5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800" y="1148361"/>
            <a:ext cx="10363200" cy="83870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264160" y="758398"/>
            <a:ext cx="15082325" cy="130805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200" dirty="0"/>
          </a:p>
          <a:p>
            <a:endParaRPr lang="en-US" sz="3200" dirty="0"/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HTML, CSS, JavaScript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Node.js (VS Code + CMD)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MySQL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 VS Code, CMD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 Laptop, Internet, QR/RFID scanner 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Software: VS Code, Node.js, MySQL, Web Browser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Tables:** users, events, tickets, transactions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294397" y="119242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1995301" y="723900"/>
            <a:ext cx="15082325" cy="12218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pPr marL="514350" indent="-514350"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Management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organizer and attendee registration, login, role-based access, and profile management with secure authentication.</a:t>
            </a:r>
          </a:p>
          <a:p>
            <a:pPr marL="514350" indent="-514350"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Event Management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event creation, scheduling, venue setup, capacity settings, and event details for organizers.</a:t>
            </a:r>
          </a:p>
          <a:p>
            <a:pPr marL="514350" indent="-514350"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Ticketing &amp; Payment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digital ticket generation (QR code), payment processing, order confirmation, and automated invoicing.</a:t>
            </a:r>
          </a:p>
          <a:p>
            <a:pPr marL="514350" indent="-514350"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Access Control &amp; Check-in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QR code scanning and RFID-based entry validation for real-time attendee verification.</a:t>
            </a:r>
          </a:p>
          <a:p>
            <a:pPr marL="514350" indent="-514350"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Database Management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data storage, retrieval, and integrity for users, events, tickets, and transactions.</a:t>
            </a:r>
          </a:p>
          <a:p>
            <a:pPr marL="514350" indent="-514350"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6: Analytics &amp; Reporting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real-time dashboards and post-event reports for sales, attendance, and revenue insights.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BA9D55-5E34-683B-4C43-16E46EF3D1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2958" y="1916150"/>
            <a:ext cx="14342083" cy="6454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783762" y="2015465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E33D24-0517-6EBD-F1A4-B7E1A7C6F7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1442152"/>
            <a:ext cx="9753600" cy="768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C3F437-B321-6E5D-C05E-E675E314E3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800" y="1378152"/>
            <a:ext cx="10617041" cy="8118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3374204" y="1750609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192ECD-C20B-DFA7-A2DA-77D57792F6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1265171"/>
            <a:ext cx="10363201" cy="8219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339D03-F1E4-B2E5-B855-6F67974AF676}"/>
              </a:ext>
            </a:extLst>
          </p:cNvPr>
          <p:cNvSpPr txBox="1"/>
          <p:nvPr/>
        </p:nvSpPr>
        <p:spPr>
          <a:xfrm>
            <a:off x="2372879" y="1265170"/>
            <a:ext cx="14045782" cy="7417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Advantages</a:t>
            </a:r>
          </a:p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Centralized platform eliminates disjointed tools for event management.</a:t>
            </a:r>
          </a:p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Real-time ticket availability and booking status tracking.</a:t>
            </a:r>
          </a:p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Reduces manual work and human errors in ticketing and check-in.</a:t>
            </a:r>
          </a:p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Easy to generate sales reports and attendee analytics for decision making.</a:t>
            </a:r>
          </a:p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Improves efficiency with automated notifications and QR-based entry.</a:t>
            </a:r>
          </a:p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Scalable to handle events of any size from small to large-scale.</a:t>
            </a:r>
          </a:p>
          <a:p>
            <a:pPr algn="just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 Limitations</a:t>
            </a:r>
          </a:p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High initial development and setup cost.</a:t>
            </a:r>
          </a:p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Requires technical expertise to manage and maintain the system.</a:t>
            </a:r>
          </a:p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Internet dependency for real-time booking and check-in functionality.</a:t>
            </a:r>
          </a:p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Security risks like payment fraud or data breaches if not properly secured.</a:t>
            </a:r>
          </a:p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Difficult to modify database structure once deployed with live data.</a:t>
            </a:r>
          </a:p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User adoption challenges for non-tech-savvy organizers and attendees.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</TotalTime>
  <Words>1002</Words>
  <Application>Microsoft Office PowerPoint</Application>
  <PresentationFormat>Custom</PresentationFormat>
  <Paragraphs>326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Bookman Old Style</vt:lpstr>
      <vt:lpstr>Arial</vt:lpstr>
      <vt:lpstr>Calibri</vt:lpstr>
      <vt:lpstr>Gotham Bold Italics</vt:lpstr>
      <vt:lpstr>Gotham</vt:lpstr>
      <vt:lpstr>Times New Roman</vt:lpstr>
      <vt:lpstr>Cambria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cp:lastModifiedBy>aaron sathwik</cp:lastModifiedBy>
  <cp:revision>11</cp:revision>
  <dcterms:created xsi:type="dcterms:W3CDTF">2006-08-16T00:00:00Z</dcterms:created>
  <dcterms:modified xsi:type="dcterms:W3CDTF">2026-03-26T04:42:43Z</dcterms:modified>
  <dc:identifier>DAHCaYqJ9OU</dc:identifier>
</cp:coreProperties>
</file>