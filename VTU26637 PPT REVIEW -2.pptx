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9" r:id="rId12"/>
    <p:sldId id="267" r:id="rId13"/>
    <p:sldId id="268" r:id="rId14"/>
    <p:sldId id="270" r:id="rId15"/>
    <p:sldId id="265" r:id="rId16"/>
  </p:sldIdLst>
  <p:sldSz cx="18288000" cy="10287000"/>
  <p:notesSz cx="6858000" cy="9144000"/>
  <p:embeddedFontLst>
    <p:embeddedFont>
      <p:font typeface="Bookman Old Style" panose="02050604050505020204" pitchFamily="18" charset="0"/>
      <p:regular r:id="rId17"/>
      <p:bold r:id="rId18"/>
      <p:italic r:id="rId19"/>
      <p:boldItalic r:id="rId20"/>
    </p:embeddedFont>
    <p:embeddedFont>
      <p:font typeface="Cambria" panose="02040503050406030204" pitchFamily="18" charset="0"/>
      <p:regular r:id="rId21"/>
      <p:bold r:id="rId22"/>
      <p:italic r:id="rId23"/>
      <p:boldItalic r:id="rId24"/>
    </p:embeddedFont>
    <p:embeddedFont>
      <p:font typeface="Gotham" panose="020B0604020202020204" charset="0"/>
      <p:regular r:id="rId25"/>
    </p:embeddedFont>
    <p:embeddedFont>
      <p:font typeface="Gotham Bold Italics" panose="020B0604020202020204" charset="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A2F746A-383C-47AA-8AE6-6CBE922A334B}" v="66" dt="2026-04-19T18:26:15.0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72" y="42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aron sathwik" userId="2b55be4cc8cc1427" providerId="LiveId" clId="{290269D4-C5D7-4FFB-9203-7E297B430D56}"/>
    <pc:docChg chg="undo redo custSel modSld">
      <pc:chgData name="aaron sathwik" userId="2b55be4cc8cc1427" providerId="LiveId" clId="{290269D4-C5D7-4FFB-9203-7E297B430D56}" dt="2026-04-19T18:41:07.322" v="1514" actId="20577"/>
      <pc:docMkLst>
        <pc:docMk/>
      </pc:docMkLst>
      <pc:sldChg chg="modSp mod">
        <pc:chgData name="aaron sathwik" userId="2b55be4cc8cc1427" providerId="LiveId" clId="{290269D4-C5D7-4FFB-9203-7E297B430D56}" dt="2026-04-19T18:41:07.322" v="1514" actId="20577"/>
        <pc:sldMkLst>
          <pc:docMk/>
          <pc:sldMk cId="0" sldId="256"/>
        </pc:sldMkLst>
        <pc:spChg chg="mod">
          <ac:chgData name="aaron sathwik" userId="2b55be4cc8cc1427" providerId="LiveId" clId="{290269D4-C5D7-4FFB-9203-7E297B430D56}" dt="2026-04-19T17:21:24.197" v="1008" actId="255"/>
          <ac:spMkLst>
            <pc:docMk/>
            <pc:sldMk cId="0" sldId="256"/>
            <ac:spMk id="13" creationId="{7FFE0DA2-4723-7C13-5FD7-FC99B0394DDD}"/>
          </ac:spMkLst>
        </pc:spChg>
        <pc:spChg chg="mod">
          <ac:chgData name="aaron sathwik" userId="2b55be4cc8cc1427" providerId="LiveId" clId="{290269D4-C5D7-4FFB-9203-7E297B430D56}" dt="2026-03-25T15:27:48.521" v="922" actId="20577"/>
          <ac:spMkLst>
            <pc:docMk/>
            <pc:sldMk cId="0" sldId="256"/>
            <ac:spMk id="14" creationId="{EA8EEF4A-EB43-B7D9-87FC-7C7D752BCA78}"/>
          </ac:spMkLst>
        </pc:spChg>
        <pc:spChg chg="mod">
          <ac:chgData name="aaron sathwik" userId="2b55be4cc8cc1427" providerId="LiveId" clId="{290269D4-C5D7-4FFB-9203-7E297B430D56}" dt="2026-03-25T15:27:08.079" v="897" actId="20577"/>
          <ac:spMkLst>
            <pc:docMk/>
            <pc:sldMk cId="0" sldId="256"/>
            <ac:spMk id="15" creationId="{6FF32D1A-2F9C-AC53-CCBD-ABF748DF236F}"/>
          </ac:spMkLst>
        </pc:spChg>
        <pc:spChg chg="mod">
          <ac:chgData name="aaron sathwik" userId="2b55be4cc8cc1427" providerId="LiveId" clId="{290269D4-C5D7-4FFB-9203-7E297B430D56}" dt="2026-04-19T18:41:07.322" v="1514" actId="20577"/>
          <ac:spMkLst>
            <pc:docMk/>
            <pc:sldMk cId="0" sldId="256"/>
            <ac:spMk id="27" creationId="{AC6C53BF-3850-6683-E07F-D595EC8B02B2}"/>
          </ac:spMkLst>
        </pc:spChg>
      </pc:sldChg>
      <pc:sldChg chg="addSp delSp modSp mod">
        <pc:chgData name="aaron sathwik" userId="2b55be4cc8cc1427" providerId="LiveId" clId="{290269D4-C5D7-4FFB-9203-7E297B430D56}" dt="2026-04-19T17:58:16.093" v="1055"/>
        <pc:sldMkLst>
          <pc:docMk/>
          <pc:sldMk cId="0" sldId="257"/>
        </pc:sldMkLst>
        <pc:spChg chg="mod">
          <ac:chgData name="aaron sathwik" userId="2b55be4cc8cc1427" providerId="LiveId" clId="{290269D4-C5D7-4FFB-9203-7E297B430D56}" dt="2026-04-19T17:56:59.927" v="1043" actId="20577"/>
          <ac:spMkLst>
            <pc:docMk/>
            <pc:sldMk cId="0" sldId="257"/>
            <ac:spMk id="3" creationId="{837E9E58-77B6-079D-9D0D-E380CADAD23D}"/>
          </ac:spMkLst>
        </pc:spChg>
        <pc:spChg chg="add mod">
          <ac:chgData name="aaron sathwik" userId="2b55be4cc8cc1427" providerId="LiveId" clId="{290269D4-C5D7-4FFB-9203-7E297B430D56}" dt="2026-04-19T17:55:47.579" v="1026" actId="20577"/>
          <ac:spMkLst>
            <pc:docMk/>
            <pc:sldMk cId="0" sldId="257"/>
            <ac:spMk id="4" creationId="{9F151A4B-3F6D-F7A2-7A64-9D2AD49B6D5A}"/>
          </ac:spMkLst>
        </pc:spChg>
        <pc:spChg chg="add del mod">
          <ac:chgData name="aaron sathwik" userId="2b55be4cc8cc1427" providerId="LiveId" clId="{290269D4-C5D7-4FFB-9203-7E297B430D56}" dt="2026-04-19T17:56:02.183" v="1030" actId="478"/>
          <ac:spMkLst>
            <pc:docMk/>
            <pc:sldMk cId="0" sldId="257"/>
            <ac:spMk id="5" creationId="{8084D688-5999-FC3F-881E-0B33C8DDD39E}"/>
          </ac:spMkLst>
        </pc:spChg>
        <pc:spChg chg="add mod">
          <ac:chgData name="aaron sathwik" userId="2b55be4cc8cc1427" providerId="LiveId" clId="{290269D4-C5D7-4FFB-9203-7E297B430D56}" dt="2026-04-19T17:58:13.717" v="1053" actId="12"/>
          <ac:spMkLst>
            <pc:docMk/>
            <pc:sldMk cId="0" sldId="257"/>
            <ac:spMk id="6" creationId="{E031DF2C-8735-A499-35DD-C5FF82554F4A}"/>
          </ac:spMkLst>
        </pc:spChg>
        <pc:spChg chg="add del mod">
          <ac:chgData name="aaron sathwik" userId="2b55be4cc8cc1427" providerId="LiveId" clId="{290269D4-C5D7-4FFB-9203-7E297B430D56}" dt="2026-04-19T17:58:16.093" v="1055"/>
          <ac:spMkLst>
            <pc:docMk/>
            <pc:sldMk cId="0" sldId="257"/>
            <ac:spMk id="7" creationId="{B9C4E42E-607D-820F-734A-BD7661472B9D}"/>
          </ac:spMkLst>
        </pc:spChg>
      </pc:sldChg>
      <pc:sldChg chg="addSp delSp modSp mod">
        <pc:chgData name="aaron sathwik" userId="2b55be4cc8cc1427" providerId="LiveId" clId="{290269D4-C5D7-4FFB-9203-7E297B430D56}" dt="2026-04-19T18:02:15.297" v="1070" actId="2711"/>
        <pc:sldMkLst>
          <pc:docMk/>
          <pc:sldMk cId="0" sldId="258"/>
        </pc:sldMkLst>
        <pc:spChg chg="add del mod">
          <ac:chgData name="aaron sathwik" userId="2b55be4cc8cc1427" providerId="LiveId" clId="{290269D4-C5D7-4FFB-9203-7E297B430D56}" dt="2026-04-19T18:01:36.723" v="1061"/>
          <ac:spMkLst>
            <pc:docMk/>
            <pc:sldMk cId="0" sldId="258"/>
            <ac:spMk id="2" creationId="{337E5FA1-94CA-1803-3CA5-82DA4AEE7D78}"/>
          </ac:spMkLst>
        </pc:spChg>
        <pc:spChg chg="mod">
          <ac:chgData name="aaron sathwik" userId="2b55be4cc8cc1427" providerId="LiveId" clId="{290269D4-C5D7-4FFB-9203-7E297B430D56}" dt="2026-04-19T18:01:35.798" v="1059" actId="1076"/>
          <ac:spMkLst>
            <pc:docMk/>
            <pc:sldMk cId="0" sldId="258"/>
            <ac:spMk id="47" creationId="{A8A7B8E9-D90B-1CF8-14D3-8D2483CAFC58}"/>
          </ac:spMkLst>
        </pc:spChg>
        <pc:spChg chg="mod">
          <ac:chgData name="aaron sathwik" userId="2b55be4cc8cc1427" providerId="LiveId" clId="{290269D4-C5D7-4FFB-9203-7E297B430D56}" dt="2026-04-19T18:02:15.297" v="1070" actId="2711"/>
          <ac:spMkLst>
            <pc:docMk/>
            <pc:sldMk cId="0" sldId="258"/>
            <ac:spMk id="48" creationId="{BDE2941C-1504-53F9-99B2-48002CA9A345}"/>
          </ac:spMkLst>
        </pc:spChg>
      </pc:sldChg>
      <pc:sldChg chg="addSp delSp modSp mod">
        <pc:chgData name="aaron sathwik" userId="2b55be4cc8cc1427" providerId="LiveId" clId="{290269D4-C5D7-4FFB-9203-7E297B430D56}" dt="2026-04-19T18:07:07.612" v="1135" actId="20577"/>
        <pc:sldMkLst>
          <pc:docMk/>
          <pc:sldMk cId="0" sldId="259"/>
        </pc:sldMkLst>
        <pc:spChg chg="add mod">
          <ac:chgData name="aaron sathwik" userId="2b55be4cc8cc1427" providerId="LiveId" clId="{290269D4-C5D7-4FFB-9203-7E297B430D56}" dt="2026-04-19T18:04:44.357" v="1074" actId="1076"/>
          <ac:spMkLst>
            <pc:docMk/>
            <pc:sldMk cId="0" sldId="259"/>
            <ac:spMk id="2" creationId="{C9AE8820-4DB2-AD06-3786-A08992859BD8}"/>
          </ac:spMkLst>
        </pc:spChg>
        <pc:spChg chg="add">
          <ac:chgData name="aaron sathwik" userId="2b55be4cc8cc1427" providerId="LiveId" clId="{290269D4-C5D7-4FFB-9203-7E297B430D56}" dt="2026-04-19T18:04:45.862" v="1075"/>
          <ac:spMkLst>
            <pc:docMk/>
            <pc:sldMk cId="0" sldId="259"/>
            <ac:spMk id="3" creationId="{8CA43B9A-B3A4-EA91-BFB7-23534D8D8264}"/>
          </ac:spMkLst>
        </pc:spChg>
        <pc:spChg chg="add del mod">
          <ac:chgData name="aaron sathwik" userId="2b55be4cc8cc1427" providerId="LiveId" clId="{290269D4-C5D7-4FFB-9203-7E297B430D56}" dt="2026-04-19T18:05:06.469" v="1082"/>
          <ac:spMkLst>
            <pc:docMk/>
            <pc:sldMk cId="0" sldId="259"/>
            <ac:spMk id="4" creationId="{2C130364-3EFA-3F89-A330-38A36E5D7B5E}"/>
          </ac:spMkLst>
        </pc:spChg>
        <pc:spChg chg="add mod">
          <ac:chgData name="aaron sathwik" userId="2b55be4cc8cc1427" providerId="LiveId" clId="{290269D4-C5D7-4FFB-9203-7E297B430D56}" dt="2026-04-19T18:07:07.612" v="1135" actId="20577"/>
          <ac:spMkLst>
            <pc:docMk/>
            <pc:sldMk cId="0" sldId="259"/>
            <ac:spMk id="6" creationId="{F125F60E-4BC3-A997-340C-5A0527764A3D}"/>
          </ac:spMkLst>
        </pc:spChg>
        <pc:spChg chg="del mod">
          <ac:chgData name="aaron sathwik" userId="2b55be4cc8cc1427" providerId="LiveId" clId="{290269D4-C5D7-4FFB-9203-7E297B430D56}" dt="2026-04-19T18:04:49.939" v="1077"/>
          <ac:spMkLst>
            <pc:docMk/>
            <pc:sldMk cId="0" sldId="259"/>
            <ac:spMk id="52" creationId="{056A0A3A-1541-5EC0-5370-02DA282ABDDE}"/>
          </ac:spMkLst>
        </pc:spChg>
      </pc:sldChg>
      <pc:sldChg chg="modSp mod">
        <pc:chgData name="aaron sathwik" userId="2b55be4cc8cc1427" providerId="LiveId" clId="{290269D4-C5D7-4FFB-9203-7E297B430D56}" dt="2026-04-19T18:10:11.958" v="1308" actId="2711"/>
        <pc:sldMkLst>
          <pc:docMk/>
          <pc:sldMk cId="0" sldId="260"/>
        </pc:sldMkLst>
        <pc:spChg chg="mod">
          <ac:chgData name="aaron sathwik" userId="2b55be4cc8cc1427" providerId="LiveId" clId="{290269D4-C5D7-4FFB-9203-7E297B430D56}" dt="2026-03-25T14:55:13.149" v="688" actId="1076"/>
          <ac:spMkLst>
            <pc:docMk/>
            <pc:sldMk cId="0" sldId="260"/>
            <ac:spMk id="46" creationId="{E7218D14-8F44-8040-8BFD-49A59591F527}"/>
          </ac:spMkLst>
        </pc:spChg>
        <pc:spChg chg="mod">
          <ac:chgData name="aaron sathwik" userId="2b55be4cc8cc1427" providerId="LiveId" clId="{290269D4-C5D7-4FFB-9203-7E297B430D56}" dt="2026-04-19T18:10:11.958" v="1308" actId="2711"/>
          <ac:spMkLst>
            <pc:docMk/>
            <pc:sldMk cId="0" sldId="260"/>
            <ac:spMk id="48" creationId="{E8F19716-1653-9AE0-442E-B3829A585B46}"/>
          </ac:spMkLst>
        </pc:spChg>
      </pc:sldChg>
      <pc:sldChg chg="addSp delSp modSp mod">
        <pc:chgData name="aaron sathwik" userId="2b55be4cc8cc1427" providerId="LiveId" clId="{290269D4-C5D7-4FFB-9203-7E297B430D56}" dt="2026-04-19T18:31:27.415" v="1500" actId="14100"/>
        <pc:sldMkLst>
          <pc:docMk/>
          <pc:sldMk cId="0" sldId="261"/>
        </pc:sldMkLst>
        <pc:picChg chg="add mod">
          <ac:chgData name="aaron sathwik" userId="2b55be4cc8cc1427" providerId="LiveId" clId="{290269D4-C5D7-4FFB-9203-7E297B430D56}" dt="2026-04-19T18:31:27.415" v="1500" actId="14100"/>
          <ac:picMkLst>
            <pc:docMk/>
            <pc:sldMk cId="0" sldId="261"/>
            <ac:picMk id="3" creationId="{A7C959FC-CAB2-809C-9B3F-20C518D77729}"/>
          </ac:picMkLst>
        </pc:picChg>
        <pc:picChg chg="add del mod">
          <ac:chgData name="aaron sathwik" userId="2b55be4cc8cc1427" providerId="LiveId" clId="{290269D4-C5D7-4FFB-9203-7E297B430D56}" dt="2026-04-19T18:31:00.102" v="1493" actId="478"/>
          <ac:picMkLst>
            <pc:docMk/>
            <pc:sldMk cId="0" sldId="261"/>
            <ac:picMk id="4" creationId="{4CAABBD4-4F4C-CBA9-8D9D-A870DA70D16A}"/>
          </ac:picMkLst>
        </pc:picChg>
      </pc:sldChg>
      <pc:sldChg chg="addSp delSp modSp mod">
        <pc:chgData name="aaron sathwik" userId="2b55be4cc8cc1427" providerId="LiveId" clId="{290269D4-C5D7-4FFB-9203-7E297B430D56}" dt="2026-04-19T18:39:59.329" v="1508" actId="14100"/>
        <pc:sldMkLst>
          <pc:docMk/>
          <pc:sldMk cId="0" sldId="262"/>
        </pc:sldMkLst>
        <pc:spChg chg="mod">
          <ac:chgData name="aaron sathwik" userId="2b55be4cc8cc1427" providerId="LiveId" clId="{290269D4-C5D7-4FFB-9203-7E297B430D56}" dt="2026-04-19T18:39:42.658" v="1505" actId="1076"/>
          <ac:spMkLst>
            <pc:docMk/>
            <pc:sldMk cId="0" sldId="262"/>
            <ac:spMk id="50" creationId="{D04F3B99-A5D2-54DC-51CD-4E86A99D3EA2}"/>
          </ac:spMkLst>
        </pc:spChg>
        <pc:picChg chg="add del mod">
          <ac:chgData name="aaron sathwik" userId="2b55be4cc8cc1427" providerId="LiveId" clId="{290269D4-C5D7-4FFB-9203-7E297B430D56}" dt="2026-04-19T18:39:33.672" v="1501" actId="478"/>
          <ac:picMkLst>
            <pc:docMk/>
            <pc:sldMk cId="0" sldId="262"/>
            <ac:picMk id="3" creationId="{1130DB5B-08DA-96EB-4A2C-344A2785D5A2}"/>
          </ac:picMkLst>
        </pc:picChg>
        <pc:picChg chg="add mod">
          <ac:chgData name="aaron sathwik" userId="2b55be4cc8cc1427" providerId="LiveId" clId="{290269D4-C5D7-4FFB-9203-7E297B430D56}" dt="2026-04-19T18:39:59.329" v="1508" actId="14100"/>
          <ac:picMkLst>
            <pc:docMk/>
            <pc:sldMk cId="0" sldId="262"/>
            <ac:picMk id="4" creationId="{D76C873B-A620-D27E-9126-025F6947CD54}"/>
          </ac:picMkLst>
        </pc:picChg>
      </pc:sldChg>
      <pc:sldChg chg="addSp delSp modSp mod">
        <pc:chgData name="aaron sathwik" userId="2b55be4cc8cc1427" providerId="LiveId" clId="{290269D4-C5D7-4FFB-9203-7E297B430D56}" dt="2026-04-19T18:12:39.286" v="1400" actId="20577"/>
        <pc:sldMkLst>
          <pc:docMk/>
          <pc:sldMk cId="0" sldId="263"/>
        </pc:sldMkLst>
        <pc:spChg chg="mod">
          <ac:chgData name="aaron sathwik" userId="2b55be4cc8cc1427" providerId="LiveId" clId="{290269D4-C5D7-4FFB-9203-7E297B430D56}" dt="2026-04-19T18:12:39.286" v="1400" actId="20577"/>
          <ac:spMkLst>
            <pc:docMk/>
            <pc:sldMk cId="0" sldId="263"/>
            <ac:spMk id="48" creationId="{26E9F5F9-CCF8-6F05-4C01-034C88D7529E}"/>
          </ac:spMkLst>
        </pc:spChg>
        <pc:graphicFrameChg chg="add del mod modGraphic">
          <ac:chgData name="aaron sathwik" userId="2b55be4cc8cc1427" providerId="LiveId" clId="{290269D4-C5D7-4FFB-9203-7E297B430D56}" dt="2026-04-19T18:12:12.083" v="1373" actId="478"/>
          <ac:graphicFrameMkLst>
            <pc:docMk/>
            <pc:sldMk cId="0" sldId="263"/>
            <ac:graphicFrameMk id="2" creationId="{5C049D49-2068-94F9-0160-DC41B29BF08B}"/>
          </ac:graphicFrameMkLst>
        </pc:graphicFrameChg>
      </pc:sldChg>
      <pc:sldChg chg="addSp delSp modSp mod">
        <pc:chgData name="aaron sathwik" userId="2b55be4cc8cc1427" providerId="LiveId" clId="{290269D4-C5D7-4FFB-9203-7E297B430D56}" dt="2026-04-19T18:22:29.872" v="1454"/>
        <pc:sldMkLst>
          <pc:docMk/>
          <pc:sldMk cId="0" sldId="264"/>
        </pc:sldMkLst>
        <pc:spChg chg="add del mod">
          <ac:chgData name="aaron sathwik" userId="2b55be4cc8cc1427" providerId="LiveId" clId="{290269D4-C5D7-4FFB-9203-7E297B430D56}" dt="2026-04-19T18:20:06.494" v="1425" actId="478"/>
          <ac:spMkLst>
            <pc:docMk/>
            <pc:sldMk cId="0" sldId="264"/>
            <ac:spMk id="2" creationId="{B56F9FE2-C28A-97F3-EC7A-7786DAAA8B07}"/>
          </ac:spMkLst>
        </pc:spChg>
        <pc:spChg chg="add del mod">
          <ac:chgData name="aaron sathwik" userId="2b55be4cc8cc1427" providerId="LiveId" clId="{290269D4-C5D7-4FFB-9203-7E297B430D56}" dt="2026-04-19T18:22:29.872" v="1452"/>
          <ac:spMkLst>
            <pc:docMk/>
            <pc:sldMk cId="0" sldId="264"/>
            <ac:spMk id="3" creationId="{39348BDD-4319-D39C-4962-7F53E4638218}"/>
          </ac:spMkLst>
        </pc:spChg>
        <pc:spChg chg="add">
          <ac:chgData name="aaron sathwik" userId="2b55be4cc8cc1427" providerId="LiveId" clId="{290269D4-C5D7-4FFB-9203-7E297B430D56}" dt="2026-04-19T18:20:52.837" v="1429"/>
          <ac:spMkLst>
            <pc:docMk/>
            <pc:sldMk cId="0" sldId="264"/>
            <ac:spMk id="4" creationId="{8DE34D1A-1701-2CE9-607D-D6AB8D6BCE81}"/>
          </ac:spMkLst>
        </pc:spChg>
        <pc:spChg chg="add mod">
          <ac:chgData name="aaron sathwik" userId="2b55be4cc8cc1427" providerId="LiveId" clId="{290269D4-C5D7-4FFB-9203-7E297B430D56}" dt="2026-04-19T18:20:57.830" v="1431"/>
          <ac:spMkLst>
            <pc:docMk/>
            <pc:sldMk cId="0" sldId="264"/>
            <ac:spMk id="5" creationId="{908048EE-2E38-4188-370E-13DB4CE96E56}"/>
          </ac:spMkLst>
        </pc:spChg>
        <pc:spChg chg="add del mod">
          <ac:chgData name="aaron sathwik" userId="2b55be4cc8cc1427" providerId="LiveId" clId="{290269D4-C5D7-4FFB-9203-7E297B430D56}" dt="2026-04-19T18:22:29.872" v="1454"/>
          <ac:spMkLst>
            <pc:docMk/>
            <pc:sldMk cId="0" sldId="264"/>
            <ac:spMk id="6" creationId="{E227F064-0240-DAC4-573B-8FA17F9B9EEC}"/>
          </ac:spMkLst>
        </pc:spChg>
        <pc:spChg chg="mod">
          <ac:chgData name="aaron sathwik" userId="2b55be4cc8cc1427" providerId="LiveId" clId="{290269D4-C5D7-4FFB-9203-7E297B430D56}" dt="2026-03-25T15:09:39.482" v="741" actId="1076"/>
          <ac:spMkLst>
            <pc:docMk/>
            <pc:sldMk cId="0" sldId="264"/>
            <ac:spMk id="43" creationId="{9A1BCE7C-890E-A01E-691E-1D3D07CF6333}"/>
          </ac:spMkLst>
        </pc:spChg>
        <pc:spChg chg="mod">
          <ac:chgData name="aaron sathwik" userId="2b55be4cc8cc1427" providerId="LiveId" clId="{290269D4-C5D7-4FFB-9203-7E297B430D56}" dt="2026-04-19T18:22:27.295" v="1450" actId="5793"/>
          <ac:spMkLst>
            <pc:docMk/>
            <pc:sldMk cId="0" sldId="264"/>
            <ac:spMk id="44" creationId="{9304C197-EAC7-7A26-FAED-ED7302DBEC6E}"/>
          </ac:spMkLst>
        </pc:spChg>
      </pc:sldChg>
      <pc:sldChg chg="addSp delSp modSp mod">
        <pc:chgData name="aaron sathwik" userId="2b55be4cc8cc1427" providerId="LiveId" clId="{290269D4-C5D7-4FFB-9203-7E297B430D56}" dt="2026-04-19T18:23:01.544" v="1456" actId="22"/>
        <pc:sldMkLst>
          <pc:docMk/>
          <pc:sldMk cId="1998101144" sldId="266"/>
        </pc:sldMkLst>
        <pc:spChg chg="mod">
          <ac:chgData name="aaron sathwik" userId="2b55be4cc8cc1427" providerId="LiveId" clId="{290269D4-C5D7-4FFB-9203-7E297B430D56}" dt="2026-03-25T14:14:40.307" v="518" actId="20577"/>
          <ac:spMkLst>
            <pc:docMk/>
            <pc:sldMk cId="1998101144" sldId="266"/>
            <ac:spMk id="44" creationId="{9EC6A4DA-6D4B-3E6A-CF92-E543DD7AFBF5}"/>
          </ac:spMkLst>
        </pc:spChg>
        <pc:picChg chg="add del">
          <ac:chgData name="aaron sathwik" userId="2b55be4cc8cc1427" providerId="LiveId" clId="{290269D4-C5D7-4FFB-9203-7E297B430D56}" dt="2026-04-19T18:23:00.583" v="1455" actId="478"/>
          <ac:picMkLst>
            <pc:docMk/>
            <pc:sldMk cId="1998101144" sldId="266"/>
            <ac:picMk id="3" creationId="{B3BA9D55-5E34-683B-4C43-16E46EF3D16F}"/>
          </ac:picMkLst>
        </pc:picChg>
        <pc:picChg chg="add">
          <ac:chgData name="aaron sathwik" userId="2b55be4cc8cc1427" providerId="LiveId" clId="{290269D4-C5D7-4FFB-9203-7E297B430D56}" dt="2026-04-19T18:23:01.544" v="1456" actId="22"/>
          <ac:picMkLst>
            <pc:docMk/>
            <pc:sldMk cId="1998101144" sldId="266"/>
            <ac:picMk id="4" creationId="{7FB0C489-0AE9-C26A-EAFF-8AF6A0073D21}"/>
          </ac:picMkLst>
        </pc:picChg>
      </pc:sldChg>
      <pc:sldChg chg="addSp delSp modSp mod">
        <pc:chgData name="aaron sathwik" userId="2b55be4cc8cc1427" providerId="LiveId" clId="{290269D4-C5D7-4FFB-9203-7E297B430D56}" dt="2026-04-19T18:23:53.793" v="1460" actId="22"/>
        <pc:sldMkLst>
          <pc:docMk/>
          <pc:sldMk cId="47544820" sldId="267"/>
        </pc:sldMkLst>
        <pc:picChg chg="add del mod">
          <ac:chgData name="aaron sathwik" userId="2b55be4cc8cc1427" providerId="LiveId" clId="{290269D4-C5D7-4FFB-9203-7E297B430D56}" dt="2026-04-19T18:23:53.030" v="1459" actId="478"/>
          <ac:picMkLst>
            <pc:docMk/>
            <pc:sldMk cId="47544820" sldId="267"/>
            <ac:picMk id="3" creationId="{67C3F437-B321-6E5D-C05E-E675E314E3FF}"/>
          </ac:picMkLst>
        </pc:picChg>
        <pc:picChg chg="add">
          <ac:chgData name="aaron sathwik" userId="2b55be4cc8cc1427" providerId="LiveId" clId="{290269D4-C5D7-4FFB-9203-7E297B430D56}" dt="2026-04-19T18:23:53.793" v="1460" actId="22"/>
          <ac:picMkLst>
            <pc:docMk/>
            <pc:sldMk cId="47544820" sldId="267"/>
            <ac:picMk id="4" creationId="{00C6DE99-4908-21D2-6B9C-E42FA2D7C507}"/>
          </ac:picMkLst>
        </pc:picChg>
      </pc:sldChg>
      <pc:sldChg chg="addSp delSp modSp mod">
        <pc:chgData name="aaron sathwik" userId="2b55be4cc8cc1427" providerId="LiveId" clId="{290269D4-C5D7-4FFB-9203-7E297B430D56}" dt="2026-04-19T18:24:50.279" v="1462" actId="22"/>
        <pc:sldMkLst>
          <pc:docMk/>
          <pc:sldMk cId="84889951" sldId="268"/>
        </pc:sldMkLst>
        <pc:spChg chg="mod">
          <ac:chgData name="aaron sathwik" userId="2b55be4cc8cc1427" providerId="LiveId" clId="{290269D4-C5D7-4FFB-9203-7E297B430D56}" dt="2026-03-25T14:22:08.823" v="602" actId="1076"/>
          <ac:spMkLst>
            <pc:docMk/>
            <pc:sldMk cId="84889951" sldId="268"/>
            <ac:spMk id="44" creationId="{341A1FDE-E3AB-682A-64B7-DA145F23EB91}"/>
          </ac:spMkLst>
        </pc:spChg>
        <pc:picChg chg="add del mod">
          <ac:chgData name="aaron sathwik" userId="2b55be4cc8cc1427" providerId="LiveId" clId="{290269D4-C5D7-4FFB-9203-7E297B430D56}" dt="2026-04-19T18:24:49.394" v="1461" actId="478"/>
          <ac:picMkLst>
            <pc:docMk/>
            <pc:sldMk cId="84889951" sldId="268"/>
            <ac:picMk id="3" creationId="{17192ECD-C20B-DFA7-A2DA-77D57792F6C1}"/>
          </ac:picMkLst>
        </pc:picChg>
        <pc:picChg chg="add">
          <ac:chgData name="aaron sathwik" userId="2b55be4cc8cc1427" providerId="LiveId" clId="{290269D4-C5D7-4FFB-9203-7E297B430D56}" dt="2026-04-19T18:24:50.279" v="1462" actId="22"/>
          <ac:picMkLst>
            <pc:docMk/>
            <pc:sldMk cId="84889951" sldId="268"/>
            <ac:picMk id="4" creationId="{8830A23E-0E45-57AB-FE16-AB932F0FD53F}"/>
          </ac:picMkLst>
        </pc:picChg>
      </pc:sldChg>
      <pc:sldChg chg="addSp delSp modSp mod">
        <pc:chgData name="aaron sathwik" userId="2b55be4cc8cc1427" providerId="LiveId" clId="{290269D4-C5D7-4FFB-9203-7E297B430D56}" dt="2026-04-19T18:23:30.806" v="1458" actId="22"/>
        <pc:sldMkLst>
          <pc:docMk/>
          <pc:sldMk cId="3981187392" sldId="269"/>
        </pc:sldMkLst>
        <pc:spChg chg="mod">
          <ac:chgData name="aaron sathwik" userId="2b55be4cc8cc1427" providerId="LiveId" clId="{290269D4-C5D7-4FFB-9203-7E297B430D56}" dt="2026-03-25T14:19:53.329" v="593" actId="20577"/>
          <ac:spMkLst>
            <pc:docMk/>
            <pc:sldMk cId="3981187392" sldId="269"/>
            <ac:spMk id="44" creationId="{746F2C30-13B1-3754-C147-D58A899BC459}"/>
          </ac:spMkLst>
        </pc:spChg>
        <pc:picChg chg="add del mod">
          <ac:chgData name="aaron sathwik" userId="2b55be4cc8cc1427" providerId="LiveId" clId="{290269D4-C5D7-4FFB-9203-7E297B430D56}" dt="2026-04-19T18:23:29.879" v="1457" actId="478"/>
          <ac:picMkLst>
            <pc:docMk/>
            <pc:sldMk cId="3981187392" sldId="269"/>
            <ac:picMk id="3" creationId="{FDE33D24-0517-6EBD-F1A4-B7E1A7C6F7BA}"/>
          </ac:picMkLst>
        </pc:picChg>
        <pc:picChg chg="add">
          <ac:chgData name="aaron sathwik" userId="2b55be4cc8cc1427" providerId="LiveId" clId="{290269D4-C5D7-4FFB-9203-7E297B430D56}" dt="2026-04-19T18:23:30.806" v="1458" actId="22"/>
          <ac:picMkLst>
            <pc:docMk/>
            <pc:sldMk cId="3981187392" sldId="269"/>
            <ac:picMk id="4" creationId="{AEB594A1-7CFB-9F28-5F44-5CB2CC93BDDD}"/>
          </ac:picMkLst>
        </pc:picChg>
      </pc:sldChg>
      <pc:sldChg chg="addSp delSp modSp mod">
        <pc:chgData name="aaron sathwik" userId="2b55be4cc8cc1427" providerId="LiveId" clId="{290269D4-C5D7-4FFB-9203-7E297B430D56}" dt="2026-04-19T18:28:55.768" v="1492" actId="255"/>
        <pc:sldMkLst>
          <pc:docMk/>
          <pc:sldMk cId="1838976791" sldId="270"/>
        </pc:sldMkLst>
        <pc:spChg chg="add del mod">
          <ac:chgData name="aaron sathwik" userId="2b55be4cc8cc1427" providerId="LiveId" clId="{290269D4-C5D7-4FFB-9203-7E297B430D56}" dt="2026-04-19T18:25:49.825" v="1475"/>
          <ac:spMkLst>
            <pc:docMk/>
            <pc:sldMk cId="1838976791" sldId="270"/>
            <ac:spMk id="3" creationId="{58735E69-2967-8140-0156-E66AB914A4D0}"/>
          </ac:spMkLst>
        </pc:spChg>
        <pc:spChg chg="add del mod">
          <ac:chgData name="aaron sathwik" userId="2b55be4cc8cc1427" providerId="LiveId" clId="{290269D4-C5D7-4FFB-9203-7E297B430D56}" dt="2026-04-19T18:25:49.825" v="1477"/>
          <ac:spMkLst>
            <pc:docMk/>
            <pc:sldMk cId="1838976791" sldId="270"/>
            <ac:spMk id="4" creationId="{53EFBA8A-C003-6CCD-FF98-3C29C2DEEBE4}"/>
          </ac:spMkLst>
        </pc:spChg>
        <pc:spChg chg="add mod">
          <ac:chgData name="aaron sathwik" userId="2b55be4cc8cc1427" providerId="LiveId" clId="{290269D4-C5D7-4FFB-9203-7E297B430D56}" dt="2026-04-19T18:28:55.768" v="1492" actId="255"/>
          <ac:spMkLst>
            <pc:docMk/>
            <pc:sldMk cId="1838976791" sldId="270"/>
            <ac:spMk id="33" creationId="{4B339D03-F1E4-B2E5-B855-6F67974AF676}"/>
          </ac:spMkLst>
        </pc:spChg>
        <pc:spChg chg="add del mod">
          <ac:chgData name="aaron sathwik" userId="2b55be4cc8cc1427" providerId="LiveId" clId="{290269D4-C5D7-4FFB-9203-7E297B430D56}" dt="2026-04-19T18:26:15.084" v="1483" actId="478"/>
          <ac:spMkLst>
            <pc:docMk/>
            <pc:sldMk cId="1838976791" sldId="270"/>
            <ac:spMk id="34" creationId="{1AF35B22-3746-34C3-707E-9CD8A96A9BF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0443" y="196689"/>
            <a:ext cx="4752247" cy="136061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B0EB85C-D9CE-08DC-1131-77C9DD1A002D}"/>
              </a:ext>
            </a:extLst>
          </p:cNvPr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785AF5-58C8-2624-E1FD-4723B0683DE6}"/>
              </a:ext>
            </a:extLst>
          </p:cNvPr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6C53BF-3850-6683-E07F-D595EC8B02B2}"/>
              </a:ext>
            </a:extLst>
          </p:cNvPr>
          <p:cNvSpPr txBox="1"/>
          <p:nvPr/>
        </p:nvSpPr>
        <p:spPr>
          <a:xfrm>
            <a:off x="3727757" y="3897940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REVIEW : MILESTONE PROJECT – 2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20-04-2026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FE0DA2-4723-7C13-5FD7-FC99B0394DDD}"/>
              </a:ext>
            </a:extLst>
          </p:cNvPr>
          <p:cNvSpPr txBox="1"/>
          <p:nvPr/>
        </p:nvSpPr>
        <p:spPr>
          <a:xfrm>
            <a:off x="1360002" y="5992240"/>
            <a:ext cx="157841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Design and develop a React JS based web application for Ticket Booking of an Internal Department Event </a:t>
            </a:r>
            <a:endParaRPr lang="en-IN" sz="2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8EEF4A-EB43-B7D9-87FC-7C7D752BCA78}"/>
              </a:ext>
            </a:extLst>
          </p:cNvPr>
          <p:cNvSpPr txBox="1"/>
          <p:nvPr/>
        </p:nvSpPr>
        <p:spPr>
          <a:xfrm>
            <a:off x="893870" y="7800539"/>
            <a:ext cx="9067800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P. AARON SATHWIK – VTU26637 – 23UECS1165.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32D1A-2F9C-AC53-CCBD-ABF748DF236F}"/>
              </a:ext>
            </a:extLst>
          </p:cNvPr>
          <p:cNvSpPr txBox="1"/>
          <p:nvPr/>
        </p:nvSpPr>
        <p:spPr>
          <a:xfrm>
            <a:off x="10945035" y="7818586"/>
            <a:ext cx="6914603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Dr. </a:t>
            </a:r>
            <a:r>
              <a:rPr lang="en-US" sz="3000" dirty="0" err="1">
                <a:latin typeface="Cambria" panose="02040503050406030204" pitchFamily="18" charset="0"/>
                <a:ea typeface="Cambria" panose="02040503050406030204" pitchFamily="18" charset="0"/>
              </a:rPr>
              <a:t>Nateshan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 N.V.S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A51DE-E8D7-A1B4-BC0D-B25C8A0C467A}"/>
              </a:ext>
            </a:extLst>
          </p:cNvPr>
          <p:cNvSpPr txBox="1"/>
          <p:nvPr/>
        </p:nvSpPr>
        <p:spPr>
          <a:xfrm>
            <a:off x="2209800" y="6972300"/>
            <a:ext cx="14743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SDG: SDG No – SDG Title(Example: SDG 4 – Quality Education)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E796552-E8BF-2718-F921-20F9BAE7EE98}"/>
              </a:ext>
            </a:extLst>
          </p:cNvPr>
          <p:cNvSpPr txBox="1"/>
          <p:nvPr/>
        </p:nvSpPr>
        <p:spPr>
          <a:xfrm>
            <a:off x="152400" y="342900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7E9E58-77B6-079D-9D0D-E380CADAD23D}"/>
              </a:ext>
            </a:extLst>
          </p:cNvPr>
          <p:cNvSpPr txBox="1"/>
          <p:nvPr/>
        </p:nvSpPr>
        <p:spPr>
          <a:xfrm>
            <a:off x="2286000" y="1257300"/>
            <a:ext cx="15676918" cy="71096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800" dirty="0">
              <a:latin typeface="Arial" panose="020B0604020202020204" pitchFamily="34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F151A4B-3F6D-F7A2-7A64-9D2AD49B6D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24878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E031DF2C-8735-A499-35DD-C5FF82554F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4916" y="803850"/>
            <a:ext cx="14388248" cy="86792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React JS web app is developed for internal department event ticket booking.</a:t>
            </a:r>
          </a:p>
          <a:p>
            <a:pPr marL="457200" lvl="0" indent="-4572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a simple and user-friendly interface for users.</a:t>
            </a:r>
          </a:p>
          <a:p>
            <a:pPr marL="457200" lvl="0" indent="-4572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 view available events and their details easily.</a:t>
            </a:r>
          </a:p>
          <a:p>
            <a:pPr marL="457200" lvl="0" indent="-4572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allows quick and efficient ticket booking.</a:t>
            </a:r>
          </a:p>
          <a:p>
            <a:pPr marL="457200" lvl="0" indent="-4572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displays real-time seat availability and pricing.</a:t>
            </a:r>
          </a:p>
          <a:p>
            <a:pPr marL="457200" lvl="0" indent="-4572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 confirm bookings with minimal steps.</a:t>
            </a:r>
          </a:p>
          <a:p>
            <a:pPr marL="457200" lvl="0" indent="-4572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application helps manage event registrations smoothly.</a:t>
            </a:r>
          </a:p>
          <a:p>
            <a:pPr marL="457200" lvl="0" indent="-4572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reduces manual work in ticket handling.</a:t>
            </a:r>
          </a:p>
          <a:p>
            <a:pPr marL="457200" lvl="0" indent="-4572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ensures an organized and efficient booking process.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A8A7B8E9-D90B-1CF8-14D3-8D2483CAFC58}"/>
              </a:ext>
            </a:extLst>
          </p:cNvPr>
          <p:cNvSpPr txBox="1"/>
          <p:nvPr/>
        </p:nvSpPr>
        <p:spPr>
          <a:xfrm>
            <a:off x="381000" y="326342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DE2941C-1504-53F9-99B2-48002CA9A345}"/>
              </a:ext>
            </a:extLst>
          </p:cNvPr>
          <p:cNvSpPr txBox="1"/>
          <p:nvPr/>
        </p:nvSpPr>
        <p:spPr>
          <a:xfrm>
            <a:off x="2042152" y="1695330"/>
            <a:ext cx="15354300" cy="5129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internal department event booking processes are mostly manual, making them slow and inefficient.</a:t>
            </a:r>
          </a:p>
          <a:p>
            <a:pPr marL="457200" lvl="0" indent="-4572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Organizers often use separate tools, leading to data inconsistency and errors.</a:t>
            </a:r>
          </a:p>
          <a:p>
            <a:pPr marL="457200" lvl="0" indent="-4572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no centralized system to track bookings and availability in real time.</a:t>
            </a:r>
          </a:p>
          <a:p>
            <a:pPr marL="457200" lvl="0" indent="-4572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face difficulty in easily viewing and reserving event tickets.</a:t>
            </a:r>
          </a:p>
          <a:p>
            <a:pPr marL="457200" lvl="0" indent="-4572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simple, integrated React JS application is needed to streamline the booking process.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5B915D36-EE4F-CB45-6DD3-E1B9C803EB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>
            <a:extLst>
              <a:ext uri="{FF2B5EF4-FFF2-40B4-BE49-F238E27FC236}">
                <a16:creationId xmlns:a16="http://schemas.microsoft.com/office/drawing/2014/main" id="{CC7EEF9B-9155-23B5-AEE9-85067B6C258B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AE8820-4DB2-AD06-3786-A08992859B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57114" y="5453198"/>
            <a:ext cx="24878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25F60E-4BC3-A997-340C-5A0527764A3D}"/>
              </a:ext>
            </a:extLst>
          </p:cNvPr>
          <p:cNvSpPr txBox="1"/>
          <p:nvPr/>
        </p:nvSpPr>
        <p:spPr>
          <a:xfrm>
            <a:off x="2209800" y="2535647"/>
            <a:ext cx="1386840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design and develop a React JS based internal department event ticket booking application that enables easy creation, viewing, and booking of event tickets in a centralized and user-friendly platform.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provide seamless access across devices, ensuring convenience for both users and organizers.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ensure efficient management of event registrations by providing real-time updates, reducing manual effort, minimizing errors, and improving the overall event booking and management experience.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enhance reliability and scalability of the system for handling multiple users and events simultaneously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5" name="Freeform 10">
            <a:extLst>
              <a:ext uri="{FF2B5EF4-FFF2-40B4-BE49-F238E27FC236}">
                <a16:creationId xmlns:a16="http://schemas.microsoft.com/office/drawing/2014/main" id="{D5D1FD99-C9A7-927E-AD67-E70F11DBAAA2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218D14-8F44-8040-8BFD-49A59591F527}"/>
              </a:ext>
            </a:extLst>
          </p:cNvPr>
          <p:cNvSpPr txBox="1"/>
          <p:nvPr/>
        </p:nvSpPr>
        <p:spPr>
          <a:xfrm>
            <a:off x="190500" y="291452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8F19716-1653-9AE0-442E-B3829A585B46}"/>
              </a:ext>
            </a:extLst>
          </p:cNvPr>
          <p:cNvSpPr txBox="1"/>
          <p:nvPr/>
        </p:nvSpPr>
        <p:spPr>
          <a:xfrm>
            <a:off x="2140749" y="1223445"/>
            <a:ext cx="15102312" cy="12588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Unified Event Management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– A single React JS based application that combines event listing, ticket booking, and registration management, eliminating the need for multiple manual methods.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Ticketing &amp; Fraud Prevention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– Digital ticket generation with instant confirmation, reducing manual errors and simplifying the booking process.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Analytics Dashboard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– Live tracking of ticket availability and user registrations for better event management and planning.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Contactless Access Control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–Simple and responsive design that allows users to easily browse events and book tickets across devices.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Solves Existing Issues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–Replaces manual and scattered booking methods with a centralized system, reducing errors, saving time, and improving efficiency.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Over Current Systems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– Provides a single platform for all booking activities, ensures real-time updates, and delivers a smoother and more reliable user experience.</a:t>
            </a:r>
          </a:p>
          <a:p>
            <a:pPr marL="514350" indent="-514350"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buFont typeface="Wingdings" panose="05000000000000000000" pitchFamily="2" charset="2"/>
              <a:buChar char="Ø"/>
            </a:pPr>
            <a:endParaRPr lang="en-US" sz="2800" dirty="0"/>
          </a:p>
          <a:p>
            <a:pPr marL="514350" indent="-514350" algn="just">
              <a:buFont typeface="+mj-lt"/>
              <a:buAutoNum type="arabicParenR"/>
            </a:pPr>
            <a:endParaRPr lang="en-US" sz="2800" dirty="0"/>
          </a:p>
          <a:p>
            <a:pPr marL="514350" indent="-514350" algn="just">
              <a:buFont typeface="+mj-lt"/>
              <a:buAutoNum type="arabicParenR"/>
            </a:pPr>
            <a:endParaRPr lang="en-US" sz="2800" dirty="0"/>
          </a:p>
          <a:p>
            <a:pPr marL="514350" indent="-514350" algn="just">
              <a:buFont typeface="+mj-lt"/>
              <a:buAutoNum type="arabicParenR"/>
            </a:pPr>
            <a:endParaRPr lang="en-US" sz="2800" dirty="0"/>
          </a:p>
          <a:p>
            <a:pPr marL="514350" indent="-514350" algn="just">
              <a:buFont typeface="+mj-lt"/>
              <a:buAutoNum type="arabicParenR"/>
            </a:pPr>
            <a:endParaRPr lang="en-US" sz="2800" dirty="0"/>
          </a:p>
          <a:p>
            <a:pPr marL="514350" indent="-514350" algn="just">
              <a:buFont typeface="+mj-lt"/>
              <a:buAutoNum type="arabicParenR"/>
            </a:pPr>
            <a:endParaRPr lang="en-US" sz="2800" dirty="0"/>
          </a:p>
          <a:p>
            <a:pPr marL="514350" indent="-514350" algn="just">
              <a:buFont typeface="+mj-lt"/>
              <a:buAutoNum type="arabicParenR"/>
            </a:pPr>
            <a:endParaRPr lang="en-US" sz="2800" dirty="0"/>
          </a:p>
          <a:p>
            <a:pPr marL="514350" indent="-514350" algn="just">
              <a:buFont typeface="+mj-lt"/>
              <a:buAutoNum type="arabicParenR"/>
            </a:pPr>
            <a:endParaRPr lang="en-US" sz="2800" dirty="0"/>
          </a:p>
          <a:p>
            <a:pPr marL="514350" indent="-514350" algn="just">
              <a:buFont typeface="+mj-lt"/>
              <a:buAutoNum type="arabicParenR"/>
            </a:pPr>
            <a:endParaRPr lang="en-US" sz="2800" dirty="0"/>
          </a:p>
          <a:p>
            <a:pPr marL="514350" indent="-514350" algn="just">
              <a:buFont typeface="+mj-lt"/>
              <a:buAutoNum type="arabicParenR"/>
            </a:pPr>
            <a:endParaRPr lang="en-US" sz="2800" dirty="0"/>
          </a:p>
          <a:p>
            <a:pPr marL="514350" indent="-514350" algn="just">
              <a:buFont typeface="+mj-lt"/>
              <a:buAutoNum type="arabicParenR"/>
            </a:pPr>
            <a:endParaRPr lang="en-IN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01BC0C31-7FCD-94EE-8B85-19FBC227565C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B3B85F-0C7B-16B9-6D50-94A4DFD2D192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7C959FC-CAB2-809C-9B3F-20C518D777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600" y="1668986"/>
            <a:ext cx="9372600" cy="7772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663A130-069F-2D83-78E7-4DA0FE7AAC6E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B156733-A733-69AA-7523-59650E125994}"/>
              </a:ext>
            </a:extLst>
          </p:cNvPr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04F3B99-A5D2-54DC-51CD-4E86A99D3EA2}"/>
              </a:ext>
            </a:extLst>
          </p:cNvPr>
          <p:cNvSpPr txBox="1"/>
          <p:nvPr/>
        </p:nvSpPr>
        <p:spPr>
          <a:xfrm>
            <a:off x="2743200" y="1653466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6C873B-A620-D27E-9126-025F6947CD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0" y="1146935"/>
            <a:ext cx="8534400" cy="841616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07389F6-23D0-83F6-DD02-F20D61DADE76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4ED097B-FECF-66E6-2A98-0F8B4D948FC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6E9F5F9-CCF8-6F05-4C01-034C88D7529E}"/>
              </a:ext>
            </a:extLst>
          </p:cNvPr>
          <p:cNvSpPr txBox="1"/>
          <p:nvPr/>
        </p:nvSpPr>
        <p:spPr>
          <a:xfrm>
            <a:off x="2264160" y="758398"/>
            <a:ext cx="15082325" cy="130805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3200" dirty="0"/>
          </a:p>
          <a:p>
            <a:endParaRPr lang="en-US" sz="3200" dirty="0"/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 HTML, CSS, JavaScript, React.js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 Node.js (VS Code + CMD)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 MySQL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  VS Code, CMD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Hardware: Laptop, Internet, 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Software: VS Code, Node.js, MySQL, Web Browser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Tables:** Events, Booking, Students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A1BCE7C-890E-A01E-691E-1D3D07CF6333}"/>
              </a:ext>
            </a:extLst>
          </p:cNvPr>
          <p:cNvSpPr txBox="1"/>
          <p:nvPr/>
        </p:nvSpPr>
        <p:spPr>
          <a:xfrm>
            <a:off x="294397" y="119242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04C197-EAC7-7A26-FAED-ED7302DBEC6E}"/>
              </a:ext>
            </a:extLst>
          </p:cNvPr>
          <p:cNvSpPr txBox="1"/>
          <p:nvPr/>
        </p:nvSpPr>
        <p:spPr>
          <a:xfrm>
            <a:off x="2040705" y="1381658"/>
            <a:ext cx="15082325" cy="7848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User Management</a:t>
            </a:r>
            <a:b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user registration, login, and basic profile management with secure authentication for attendees and organizers.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Event Management</a:t>
            </a:r>
            <a:b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Manages creation of internal events, event details, schedules, and capacity settings by organizers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Ticket Booking</a:t>
            </a:r>
            <a:b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ticket selection, booking process, and instant confirmation for users.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 Booking Management</a:t>
            </a:r>
            <a:b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Manages viewing of booked tickets, cancellations, and updates for users and organizers.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5: Database Management</a:t>
            </a:r>
            <a:b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storage and retrieval of data related to users, events, and bookings efficiently.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6: Dashboard &amp; Tracking</a:t>
            </a:r>
            <a:b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simple tracking of registrations and event participation for organizers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BFBA1B-7EE7-47B6-41F3-C4B61A9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D8CD5C70-566B-9213-9F31-546BB621CCAF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EBAE7EB-82E8-3AF5-3C43-EA7688F7325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294143A-C171-B89D-02DF-136CB32B43C9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811A371D-2A07-AABC-E66C-143D37E0F12C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F7BDC7D-6911-7D85-E73A-2061DE32440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DEA2241-E6A3-8051-F424-21070A5DF2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DD3D6A9-1C97-9943-C984-B50356BAE3F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BB1489C-F4F8-D62E-3AD9-3CAA028A426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4A64A6E-EA7C-DFF0-C280-5041CD8B135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E5FF856-5043-C428-B45A-4C00BF9D3418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FC7AF72-B76A-8AD8-7E70-BDE8837D662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F6C277EF-EDEF-0F79-B4B2-AB1B3E5830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A32CD2C6-1D06-729E-1157-B2EAAEA172A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222D7EA-F7CE-B4F5-4D06-02860C5AC3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7F695A3-7B3D-00FE-26D6-E53B473BCF1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5A8D3527-DD17-232E-3ECB-BDBFC0FF3DE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1C3EBC87-5F86-657B-5C0D-7DFFB3C428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5638183B-03CC-91E5-1C67-EAD126FB6DA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8C4C8B82-0B52-9912-DBAF-71546B2F401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71F41C0-C399-6E94-B393-623F6ED78C3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5375A05-CD15-FECF-CF37-72BD8B495C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FFA9D0CA-D989-1DF0-9CD9-7BB1BF37D00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6D72D40E-C3C8-1774-56F7-396EA1F546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A94558C-EEEF-6159-C648-7ED1F2545B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A8A0868D-7450-B2DC-5A6A-A607E39122E3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27C0AD0-E7DC-50B1-90B8-A6B2DA72DDA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9B60539C-7696-ACA6-9070-BC481578187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0A2A8C1-A254-99B6-B7B0-C5A8A5BB008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B814A5FC-F17C-8D1A-04C8-1ED6A2AE0E6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2EC11913-1FC3-79C0-FB94-72486D9673F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6CB89B22-25E1-321C-5A74-15CF8EBC7CA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35C6402D-9C63-51C1-99A9-4206C05377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EC6A4DA-6D4B-3E6A-CF92-E543DD7AFBF5}"/>
              </a:ext>
            </a:extLst>
          </p:cNvPr>
          <p:cNvSpPr txBox="1"/>
          <p:nvPr/>
        </p:nvSpPr>
        <p:spPr>
          <a:xfrm>
            <a:off x="2209800" y="1638300"/>
            <a:ext cx="15082325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B0C489-0AE9-C26A-EAFF-8AF6A0073D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5803" y="1428428"/>
            <a:ext cx="14456393" cy="7430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101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CF319D-58F2-DF9E-632A-90472F5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ADE101F0-A2BF-16E8-7BEC-541911EA951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43B1E5B-104E-DCD5-F042-8DABFE8225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46A8601-B4CB-7C78-2833-947EEC356CD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C63788E-DB35-987D-1A89-4C3F169DF70E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76646B6-C6D6-F677-3CA9-56BE5CE444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CDDAA79-D530-F622-0CC8-ECE3E95F952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8227745F-FD1B-7135-E88E-D6B924C5CB2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9292FA3-A80E-1540-0024-754AADCDB01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A8C7117-591A-F089-5F54-0229077FDEA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29278237-7990-A997-2285-EB2F5BB4EF4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37C1434-DB0E-53EF-4140-56A0F3CD6EA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FC388C1-59EC-CA17-BA41-9AF3AAD42D8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0F65A21-E49B-9858-6EAD-EBC3142E623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EFDE14F0-9F59-E35F-B5B7-45C77C56354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E1181869-B448-2B7A-67F5-160B09C76D9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27AB66-420C-E7D0-5891-910B564CA2C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605CE2-624E-D2DA-6357-65C5FA138C6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DA9B1286-A8A4-091B-5AF9-F0B275F703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127DF020-AEA7-8D57-9411-90D58D65D05B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00BA2729-D580-CF8D-87CD-EE786F2E40E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F0B6F8BA-7047-AE2A-DB03-E6846F9FAEA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B5DE7324-71F9-1D79-AB1E-F9748165338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E780ED4E-44DF-E344-CCEA-834D1374F6A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C7D9CD8-E54E-AD67-D59B-5D4A37A1B41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3560347-DE50-10F7-9905-7228E593D28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B9E463A-B010-8D72-6350-7242CB0AA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C15BE220-858E-1446-5B56-D3329A06A9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8F156A3-70B1-1344-389E-4B3C64CA921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A36A5C58-00A3-2FE9-36E4-D92AAF44A0F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BADF0EED-F663-F70E-9BB3-C0F576114D0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54542349-F329-7DA6-DBD4-7EFA939B989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B6CAD810-8433-9B89-E144-29986E25063F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46F2C30-13B1-3754-C147-D58A899BC459}"/>
              </a:ext>
            </a:extLst>
          </p:cNvPr>
          <p:cNvSpPr txBox="1"/>
          <p:nvPr/>
        </p:nvSpPr>
        <p:spPr>
          <a:xfrm>
            <a:off x="2783762" y="2015465"/>
            <a:ext cx="15082325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B594A1-7CFB-9F28-5F44-5CB2CC93BD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1544" y="1653237"/>
            <a:ext cx="14204911" cy="6980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187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F4F051-5473-4E78-FEB2-59A87A5FB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66BE183E-F015-FFD4-5C84-C25B4DCE490A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AEC1772-D597-ACC7-7EF1-FF0460F37AA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46839344-8B05-5C56-F0B1-64E24F458991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3B54700-9ABF-8EDD-8B21-24A9248C534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99246F8-F6B5-2F2E-2FB4-FAE1DD41DCC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7CDDD7B-8A9B-223F-951A-473D0C9404F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B3E1A8FC-D0F1-BD05-9C14-C10EAE95E57E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EB5FB4E-3BF3-BC6A-6692-FE375141E4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38F8F103-F0A5-8F95-A139-8DBEBEF19C2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8C558648-2D59-16EB-3098-EAF5DE978B1F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B168779D-5467-4E78-AD1E-36B5A75A347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8AFC0BB4-20A4-849D-A1E4-FA90A8DDCC7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700D33AC-D53D-0E96-8752-E5DA06AE57A5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14DABAFB-38B3-CE49-B21D-A496D7EC2A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BE27A610-3BC0-BFBC-2A61-4C157B024EF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6C0E28B4-531C-D2E1-F3C9-B5A98A28B69D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C193347-3923-7F1F-A580-A7462B158EC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C5DDC20D-7BD0-E255-26F1-86A88AF67C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9DBB21A1-CAFF-686E-D181-980219283F7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5531A9C5-B561-53EA-BF9A-3BE6A607C1B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D8870C21-3327-4D63-FD34-36BC479967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4D7C3EBE-FA20-7E4C-13DD-84F1A98618F6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C1E3AE62-1B2B-FE1E-010C-A26C4F613A6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CDA04BD5-C99C-980C-6593-EDEA378D6C3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77207A6-9552-432B-0793-EB6A88EE3C1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7447A1E-BA0C-26C0-C743-E590A55A653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8D425BCC-6A0F-30CB-18E7-D1E21E871D9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35F87FC1-4854-F9D4-8104-40945AD6A772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C7CF20EF-980A-2D88-E968-DCB5B8BC6CF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A7A686B7-4E4C-A5FA-60CD-A6EFF9DEAD8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3ECD8D52-6368-578C-BEB2-0B1BA37FD45D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638323CF-7DCB-075F-B739-0F88472F060D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C0EA81E-D408-1A06-6895-1BF3CA09E497}"/>
              </a:ext>
            </a:extLst>
          </p:cNvPr>
          <p:cNvSpPr txBox="1"/>
          <p:nvPr/>
        </p:nvSpPr>
        <p:spPr>
          <a:xfrm>
            <a:off x="2209800" y="1638300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C6DE99-4908-21D2-6B9C-E42FA2D7C5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8183" y="1542738"/>
            <a:ext cx="14471634" cy="7201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44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52AA6E-1A8C-A42D-344E-C811AB58A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EB7F1E1F-336A-607D-2868-6C57FF54EB44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3528BA9-EE0E-A6F8-4A8C-6DFC964B206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6E25C449-B344-E643-12F7-C89DEE4255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4C22D2BC-F5CA-423B-6FD6-94172693045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6670B32-1168-757A-3D40-FDD55687DCF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D3BB7FD-57C6-C09A-D875-135D505A8E1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067A86AC-A2D1-3F33-5857-9F69983F71BB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9EADC3C-D136-0700-9300-4D8E867EC53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8EAD5F3-3FC4-819A-6ECD-0BC55C92A2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671F77B-B3A5-F8B6-AC67-6EF88CA95877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1303025A-EF3E-710E-2DBD-D89F29B8499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76E7D281-CC96-92C2-C2F7-583674F0609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E0D02FED-C5F4-9CC7-F1F5-E75E542840A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384D1E33-434F-2FA0-56CC-F24058D8639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F2FC0DCA-FB2A-610C-A8DB-76CE251A57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4CA1DB61-05A2-042F-9815-00DBC40D0556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7E4E958-360B-28EF-052B-EDDBDD5F40F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EDBF5CC-2720-E821-001C-11BCB7273E2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6B96629A-6996-B0D7-13D6-0FA011422666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912F1ED8-E3AD-E90A-10CE-D50A8F7D91A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0E45F23-6E8F-F601-2EB3-537A898E704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A40D6715-3580-0B1B-2305-C7ED6083AE85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11A59530-4B7F-6C6B-290E-578EA30200D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9BDCE736-251A-5B70-853E-A0A9A174F36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8249BDCF-E07B-269B-D039-A4360C0FE2B4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6F6B04FD-3FAC-90A2-4C1A-D809D058C0A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BEE5C092-697C-26F6-D6E0-477F151E7CA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FF80FEAE-01A3-1956-FB30-BED14CA86273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2E8D2AB5-8B00-D9B4-469D-07CAE4ECF9C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F9F17E25-114F-438B-701A-7788D333F33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1C4B6667-B2EE-BA32-402F-04368D88D5C4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B953180-DB27-F046-86E3-E3508247B406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41A1FDE-E3AB-682A-64B7-DA145F23EB91}"/>
              </a:ext>
            </a:extLst>
          </p:cNvPr>
          <p:cNvSpPr txBox="1"/>
          <p:nvPr/>
        </p:nvSpPr>
        <p:spPr>
          <a:xfrm>
            <a:off x="3374204" y="1750609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30A23E-0E45-57AB-FE16-AB932F0FD5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9165" y="1668479"/>
            <a:ext cx="14189670" cy="6950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89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B9E2C662-B058-485B-BFC3-199F93F6D154}"/>
              </a:ext>
            </a:extLst>
          </p:cNvPr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125CA7A-BCD4-5B7F-7069-AE7F5BD10A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7E08158-57E2-530C-A7FD-5AF72088CF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B09EB64-B1EE-DA7A-E7DC-97163FE5316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B04A57D-53E9-134E-70C7-51485932A21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C0A25AD-0459-BAEA-2E7B-0D9279AE1BC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0EBC171-BEE8-2D5E-8755-EE50B257025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4000A93-AB8F-B573-E218-7434988FD58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228826C-BC2E-0DA0-107F-341F9D1A49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7FD594E4-E181-FD3B-1C72-DE2D718C274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C16DA90C-521A-EFE9-8EE9-CB3967A509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5A678428-7466-DB88-0126-41232DE4A0D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1D279A8-BDAA-B12E-DD4B-9978E9D5005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08F1BB3-7F58-DE0C-71F1-9782E09061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5F43F9B-B904-0414-7AA7-1E7959C4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11E9EBB-A9CE-A64F-FF44-F82C0D52AC3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DED3A9EA-E50F-553B-EDAA-87F95FD228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E9C7CEA-D993-4107-0776-54AC90E2062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7B397A27-1CC9-9661-DA24-10B3E104239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2A8CD899-9C63-11A3-805F-4CA0E12C7C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1976C224-9A36-532E-5E8B-B738C9FBC3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E8CFE39F-6666-6E69-8980-5B55F6D5647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F859737D-AFDF-BDFC-6651-3B954F2DD4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B7B59B44-AD68-1549-9F86-A09D82459B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3FACABC2-D51C-1EF5-0D1B-34B410283F2E}"/>
              </a:ext>
            </a:extLst>
          </p:cNvPr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32" name="Freeform 32">
            <a:extLst>
              <a:ext uri="{FF2B5EF4-FFF2-40B4-BE49-F238E27FC236}">
                <a16:creationId xmlns:a16="http://schemas.microsoft.com/office/drawing/2014/main" id="{05CB8E9D-B497-44FF-DB18-7D166BD2DA61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4" name="Group 44">
            <a:extLst>
              <a:ext uri="{FF2B5EF4-FFF2-40B4-BE49-F238E27FC236}">
                <a16:creationId xmlns:a16="http://schemas.microsoft.com/office/drawing/2014/main" id="{FBD0A79F-CA0B-2560-37ED-E07624B11027}"/>
              </a:ext>
            </a:extLst>
          </p:cNvPr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25583CD3-FA12-1B53-043B-9FE4E18BA02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FA405478-0BA8-4A85-A81A-B9346174FE6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C926643-39EA-932E-6755-230476B3078D}"/>
              </a:ext>
            </a:extLst>
          </p:cNvPr>
          <p:cNvSpPr txBox="1"/>
          <p:nvPr/>
        </p:nvSpPr>
        <p:spPr>
          <a:xfrm>
            <a:off x="190500" y="29049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B339D03-F1E4-B2E5-B855-6F67974AF676}"/>
              </a:ext>
            </a:extLst>
          </p:cNvPr>
          <p:cNvSpPr txBox="1"/>
          <p:nvPr/>
        </p:nvSpPr>
        <p:spPr>
          <a:xfrm>
            <a:off x="2225215" y="1120849"/>
            <a:ext cx="14045782" cy="79714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centralized platform for internal event ticket booking and management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manual work and minimizes human errors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real-time tracking of bookings and availability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Offers a simple and user-friendly interface for easy access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efficiency in managing event registrations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quick booking and confirmation process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to internal department use only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Depends on internet connectivity for access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security features compared to large-scale systems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May not support advanced payment integration (if not implemented)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 can be limited for very large events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regular maintenance and updates</a:t>
            </a:r>
          </a:p>
          <a:p>
            <a:pPr algn="just"/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89767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11153" b="1" i="1" dirty="0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Thank you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504</TotalTime>
  <Words>927</Words>
  <Application>Microsoft Office PowerPoint</Application>
  <PresentationFormat>Custom</PresentationFormat>
  <Paragraphs>305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Arial</vt:lpstr>
      <vt:lpstr>Gotham</vt:lpstr>
      <vt:lpstr>Gotham Bold Italics</vt:lpstr>
      <vt:lpstr>Bookman Old Style</vt:lpstr>
      <vt:lpstr>Times New Roman</vt:lpstr>
      <vt:lpstr>Wingdings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cp:lastModifiedBy>aaron sathwik</cp:lastModifiedBy>
  <cp:revision>11</cp:revision>
  <dcterms:created xsi:type="dcterms:W3CDTF">2006-08-16T00:00:00Z</dcterms:created>
  <dcterms:modified xsi:type="dcterms:W3CDTF">2026-04-19T18:41:11Z</dcterms:modified>
  <dc:identifier>DAHCaYqJ9OU</dc:identifier>
</cp:coreProperties>
</file>